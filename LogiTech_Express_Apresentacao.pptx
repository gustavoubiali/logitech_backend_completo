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000000"/>
                </a:solidFill>
              </a:rPr>
              <a:t>LogiTech Express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13232" y="2240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Projeto Final de Back-End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3232" y="2834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Arquitetura • Modelagem • Governança • Plano de Testes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" y="50749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Objetivo: deixar o terreno pronto para a próxima UC de Testes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1. Diagnóstico do problema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Cenário de crise descrito no projeto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Duplicidade de motoristas e ausência de regras de normalização.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Itens e ferramentas de frota armazenados em strings separadas por vírgulas, impedindo controle e auditoria.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Back-End mistura lógica de rotas, acesso ao banco e respostas de tela.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Credenciais, senhas e tokens expostos diretamente no código-fonte.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Consequências: desperdício, gargalos, mensagens genéricas e risco de vazamento.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2. Objetivo da refatoração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Três pilares apresentados no enunciado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42416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Saneamento e Modelagem de Dados: isolar entidades, eliminar redundância e aplicar normalização.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Arquitetura Limpa e Escalável: organizar o Back-End em camadas com MVC e Repository.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Segurança e Contratos: proteger credenciais com .env/.gitignore e definir payloads JSON previsíveis.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3. Banco de Dados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Modelo relacional normalizado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Entidades principais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Motoristas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Veículos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Rotas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Coletas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Entregas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Itens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Estoque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Veículo_Itens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Relacionamentos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800600" y="1828800"/>
            <a:ext cx="56692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Motorista → Veículos, Coletas e Entregas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Rota → Coletas e Entregas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Veículo + Item → N:N via Veículo_Itens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Item → Estoque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4. Normalização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Como o modelo responde ao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1FN: cada coluna guarda um valor atômico; não existem listas de itens dentro de uma célula.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2FN: atributos ficam na tabela da entidade a que pertencem.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3FN: dependências indiretas são removidas; motoristas, itens, veículos e rotas têm suas próprias tabelas.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 relação N:N entre veículos e itens usa a tabela de meio-campo Veículo_Itens.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5. Arquitetura do Back-End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Separação de responsabilidades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CLIENTE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23160" y="2240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ROTAS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60520" y="2240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CONTROLLERS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63640" y="2240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SERVICES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38160" y="2240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REPOSITORIES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04120" y="2240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MYSQL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74520" y="2240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11880" y="2240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897880" y="2240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909560" y="2240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921240" y="2240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148840" y="3291840"/>
            <a:ext cx="8138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Rotas recebem requisições.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Controllers cuidam do HTTP.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Services concentram regras.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Repositories executam SQL.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Database mantém a persistência.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6. Segurança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Configuração sem credenciais no código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As credenciais do banco ficam no arquivo .env local.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O .gitignore impede que .env seja versionado.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.env.example documenta quais variáveis são necessárias sem expor a senha real.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 aplicação centraliza a conexão no módulo database.js.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7. Contratos JSON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Comunicação padronizada com o Front-End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POST /api/entregas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5120640" cy="4206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"codigo_rastreio": "LT-000001",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"rota_id": 1,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"motorista_id": 1,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"veiculo_id": 1,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"destinatario_nome": "Empresa Exemplo Ltda.",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"endereco": "Av. Brasil, 200",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"cidade": "Chapecó",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"peso_kg": 320.5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PATCH /api/entregas/:id/status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9202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"status": "EM_TRANSITO" 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30175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 previstos: PENDENTE • EM_TRANSITO • ENTREGUE • CANCELADA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8. Estrutura de pastas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Esqueleto criado para facilitar evolução e testes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56692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schema.sql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DER.md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controllers/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middlewares/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repositories/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routes/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services/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validators/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TESTS.md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api-contracts.md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Kanban.md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0" y="182880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</a:rPr>
              <a:t>A separação facilita manutenção, rastreabilidade e implementação dos testes automatizados na próxima UC.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9. Roadmap para a próxima UC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O que deve ser validado e codificado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Executar testes de saúde, CRUD e validações de payload.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Validar chaves estrangeiras e regras de integridade do banco.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Testar duplicidade, campos obrigatórios e status inválidos.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Adicionar testes automatizados com Jest/Supertest.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Registrar evidências e corrigir falhas encontradas.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10. Resultado esperado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Pronto para desenvolvimento e testes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1024128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DER e SQL organizados e normalizados.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Rotas e contratos JSON definidos.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Arquitetura separada em camadas.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Configuração protegida por ambiente.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Plano de testes documentado.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Equipe pronta para a etapa prática da próxima UC.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Projeto Final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LogiTech Express — Arquitetura e Modelagem</dc:title>
  <dc:subject>LogiTech Express</dc:subject>
  <dc:creator>Projeto Final de Back-End</dc:creator>
  <cp:lastModifiedBy>Projeto Final de Back-End</cp:lastModifiedBy>
  <cp:revision>1</cp:revision>
  <dcterms:created xsi:type="dcterms:W3CDTF">2026-09-09T17:57:40Z</dcterms:created>
  <dcterms:modified xsi:type="dcterms:W3CDTF">2026-09-09T17:57:40Z</dcterms:modified>
</cp:coreProperties>
</file>